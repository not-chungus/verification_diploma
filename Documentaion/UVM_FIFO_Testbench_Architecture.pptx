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Urbanist" panose="020B0604020202020204" charset="0"/>
      <p:regular r:id="rId4"/>
      <p:bold r:id="rId5"/>
      <p:italic r:id="rId6"/>
      <p:boldItalic r:id="rId7"/>
    </p:embeddedFont>
    <p:embeddedFont>
      <p:font typeface="Urbanist Medium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144" y="-12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4453" y="1094781"/>
            <a:ext cx="7992184" cy="5763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20900" y="1491556"/>
            <a:ext cx="7539037" cy="427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16149" y="5940782"/>
            <a:ext cx="7539037" cy="30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52743" y="1983247"/>
            <a:ext cx="7050019" cy="3592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87925" y="6445951"/>
            <a:ext cx="1209675" cy="349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40000" y="3074936"/>
            <a:ext cx="6737350" cy="2291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92762" y="3368893"/>
            <a:ext cx="3456336" cy="7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97720" y="4344705"/>
            <a:ext cx="3413429" cy="883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79735" y="4349617"/>
            <a:ext cx="2660616" cy="883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29731" y="2062683"/>
            <a:ext cx="2105869" cy="879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197600" y="2051944"/>
            <a:ext cx="1994168" cy="8758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2120900" y="1282007"/>
            <a:ext cx="772953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top_module</a:t>
            </a:r>
            <a:endParaRPr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265363" y="1624637"/>
            <a:ext cx="721518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uvm_test</a:t>
            </a:r>
            <a:endParaRPr dirty="0"/>
          </a:p>
        </p:txBody>
      </p:sp>
      <p:sp>
        <p:nvSpPr>
          <p:cNvPr id="103" name="Google Shape;103;p13"/>
          <p:cNvSpPr txBox="1"/>
          <p:nvPr/>
        </p:nvSpPr>
        <p:spPr>
          <a:xfrm>
            <a:off x="5195093" y="6010275"/>
            <a:ext cx="90090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FIFO Interface</a:t>
            </a:r>
            <a:endParaRPr dirty="0"/>
          </a:p>
        </p:txBody>
      </p:sp>
      <p:sp>
        <p:nvSpPr>
          <p:cNvPr id="107" name="Google Shape;107;p13"/>
          <p:cNvSpPr txBox="1"/>
          <p:nvPr/>
        </p:nvSpPr>
        <p:spPr>
          <a:xfrm>
            <a:off x="2701925" y="3236862"/>
            <a:ext cx="37404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FIFO_agent</a:t>
            </a:r>
            <a:endParaRPr dirty="0"/>
          </a:p>
        </p:txBody>
      </p:sp>
      <p:sp>
        <p:nvSpPr>
          <p:cNvPr id="111" name="Google Shape;111;p13"/>
          <p:cNvSpPr txBox="1"/>
          <p:nvPr/>
        </p:nvSpPr>
        <p:spPr>
          <a:xfrm>
            <a:off x="582444" y="295276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Testbench Hierarchy</a:t>
            </a:r>
            <a:endParaRPr dirty="0"/>
          </a:p>
        </p:txBody>
      </p:sp>
      <p:sp>
        <p:nvSpPr>
          <p:cNvPr id="2" name="Google Shape;102;p13">
            <a:extLst>
              <a:ext uri="{FF2B5EF4-FFF2-40B4-BE49-F238E27FC236}">
                <a16:creationId xmlns:a16="http://schemas.microsoft.com/office/drawing/2014/main" id="{E0179B0E-8827-6704-751F-E0A38C62D297}"/>
              </a:ext>
            </a:extLst>
          </p:cNvPr>
          <p:cNvSpPr txBox="1"/>
          <p:nvPr/>
        </p:nvSpPr>
        <p:spPr>
          <a:xfrm>
            <a:off x="2444750" y="2207756"/>
            <a:ext cx="721518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FIFO</a:t>
            </a:r>
            <a:r>
              <a:rPr lang="en-US" sz="9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_</a:t>
            </a:r>
            <a:r>
              <a:rPr lang="en-US" sz="9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env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DD8045-3A6B-0B30-4913-A9F18437249F}"/>
              </a:ext>
            </a:extLst>
          </p:cNvPr>
          <p:cNvGrpSpPr/>
          <p:nvPr/>
        </p:nvGrpSpPr>
        <p:grpSpPr>
          <a:xfrm>
            <a:off x="6747222" y="1629549"/>
            <a:ext cx="1509713" cy="322030"/>
            <a:chOff x="6490408" y="1704591"/>
            <a:chExt cx="1509713" cy="322030"/>
          </a:xfrm>
        </p:grpSpPr>
        <p:pic>
          <p:nvPicPr>
            <p:cNvPr id="89" name="Google Shape;89;p13" descr="image.png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047621" y="1864696"/>
              <a:ext cx="952500" cy="16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89;p13" descr="image.png">
              <a:extLst>
                <a:ext uri="{FF2B5EF4-FFF2-40B4-BE49-F238E27FC236}">
                  <a16:creationId xmlns:a16="http://schemas.microsoft.com/office/drawing/2014/main" id="{ED0CF392-5F3F-7643-8848-E1686692D719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817265" y="1812309"/>
              <a:ext cx="952500" cy="16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89;p13" descr="image.png">
              <a:extLst>
                <a:ext uri="{FF2B5EF4-FFF2-40B4-BE49-F238E27FC236}">
                  <a16:creationId xmlns:a16="http://schemas.microsoft.com/office/drawing/2014/main" id="{35E786E9-92C1-305D-7EAA-7090C9263761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652334" y="1764684"/>
              <a:ext cx="952500" cy="16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89;p13" descr="image.png">
              <a:extLst>
                <a:ext uri="{FF2B5EF4-FFF2-40B4-BE49-F238E27FC236}">
                  <a16:creationId xmlns:a16="http://schemas.microsoft.com/office/drawing/2014/main" id="{8C830A33-2B61-5B75-309F-7C35FDAC2794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490408" y="1704591"/>
              <a:ext cx="952500" cy="1619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FCA759-2F42-DDAB-A051-15A3677CC565}"/>
              </a:ext>
            </a:extLst>
          </p:cNvPr>
          <p:cNvCxnSpPr>
            <a:endCxn id="91" idx="0"/>
          </p:cNvCxnSpPr>
          <p:nvPr/>
        </p:nvCxnSpPr>
        <p:spPr>
          <a:xfrm>
            <a:off x="5592762" y="6249466"/>
            <a:ext cx="1" cy="196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1481BD7C-C2A2-AEB0-05BF-85A2A931A861}"/>
              </a:ext>
            </a:extLst>
          </p:cNvPr>
          <p:cNvSpPr/>
          <p:nvPr/>
        </p:nvSpPr>
        <p:spPr>
          <a:xfrm>
            <a:off x="4686300" y="4279900"/>
            <a:ext cx="171450" cy="16235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C001D6A0-CA06-23D3-1665-41420540ED26}"/>
              </a:ext>
            </a:extLst>
          </p:cNvPr>
          <p:cNvSpPr/>
          <p:nvPr/>
        </p:nvSpPr>
        <p:spPr>
          <a:xfrm>
            <a:off x="4686300" y="3002593"/>
            <a:ext cx="171450" cy="16235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25D9A0-1DF5-2DBA-5072-46969909B6AE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4772025" y="3164946"/>
            <a:ext cx="0" cy="1114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4D25AC0E-7E64-4581-FC01-4B9F771724FA}"/>
              </a:ext>
            </a:extLst>
          </p:cNvPr>
          <p:cNvSpPr/>
          <p:nvPr/>
        </p:nvSpPr>
        <p:spPr>
          <a:xfrm>
            <a:off x="4148138" y="2890838"/>
            <a:ext cx="100012" cy="10001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8749B480-40A0-FBFF-52A1-210C75276FE4}"/>
              </a:ext>
            </a:extLst>
          </p:cNvPr>
          <p:cNvSpPr/>
          <p:nvPr/>
        </p:nvSpPr>
        <p:spPr>
          <a:xfrm>
            <a:off x="6442422" y="2874019"/>
            <a:ext cx="100012" cy="10001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0BB67F6E-8139-9E8C-6137-EC7F19BF4555}"/>
              </a:ext>
            </a:extLst>
          </p:cNvPr>
          <p:cNvCxnSpPr>
            <a:stCxn id="14" idx="0"/>
            <a:endCxn id="18" idx="4"/>
          </p:cNvCxnSpPr>
          <p:nvPr/>
        </p:nvCxnSpPr>
        <p:spPr>
          <a:xfrm rot="5400000" flipH="1" flipV="1">
            <a:off x="5617945" y="2128111"/>
            <a:ext cx="28562" cy="1720403"/>
          </a:xfrm>
          <a:prstGeom prst="curvedConnector3">
            <a:avLst>
              <a:gd name="adj1" fmla="val -1000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150DEE5B-27A4-909C-02EF-6B2C950ABCE2}"/>
              </a:ext>
            </a:extLst>
          </p:cNvPr>
          <p:cNvCxnSpPr>
            <a:cxnSpLocks/>
          </p:cNvCxnSpPr>
          <p:nvPr/>
        </p:nvCxnSpPr>
        <p:spPr>
          <a:xfrm rot="10800000">
            <a:off x="4198144" y="2999830"/>
            <a:ext cx="573881" cy="1174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47EA6827-9CAB-173E-B648-31FF1BA038CF}"/>
              </a:ext>
            </a:extLst>
          </p:cNvPr>
          <p:cNvCxnSpPr>
            <a:cxnSpLocks/>
          </p:cNvCxnSpPr>
          <p:nvPr/>
        </p:nvCxnSpPr>
        <p:spPr>
          <a:xfrm>
            <a:off x="8227566" y="1866094"/>
            <a:ext cx="286990" cy="155838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A4BBCF81-F726-063B-E2D8-B59A79ED54B1}"/>
              </a:ext>
            </a:extLst>
          </p:cNvPr>
          <p:cNvSpPr/>
          <p:nvPr/>
        </p:nvSpPr>
        <p:spPr>
          <a:xfrm>
            <a:off x="7254428" y="4037656"/>
            <a:ext cx="100012" cy="10001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Process 30">
            <a:extLst>
              <a:ext uri="{FF2B5EF4-FFF2-40B4-BE49-F238E27FC236}">
                <a16:creationId xmlns:a16="http://schemas.microsoft.com/office/drawing/2014/main" id="{A8BA6DBB-B338-5D08-32B9-BBEC95CCC51F}"/>
              </a:ext>
            </a:extLst>
          </p:cNvPr>
          <p:cNvSpPr/>
          <p:nvPr/>
        </p:nvSpPr>
        <p:spPr>
          <a:xfrm>
            <a:off x="7228319" y="4324153"/>
            <a:ext cx="152232" cy="10199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7964185-B7F0-256B-8412-28451EDAAC21}"/>
              </a:ext>
            </a:extLst>
          </p:cNvPr>
          <p:cNvCxnSpPr>
            <a:endCxn id="31" idx="0"/>
          </p:cNvCxnSpPr>
          <p:nvPr/>
        </p:nvCxnSpPr>
        <p:spPr>
          <a:xfrm>
            <a:off x="7304434" y="4137668"/>
            <a:ext cx="1" cy="186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E3D90F0-82AC-1605-B167-220385BA6BF8}"/>
              </a:ext>
            </a:extLst>
          </p:cNvPr>
          <p:cNvCxnSpPr/>
          <p:nvPr/>
        </p:nvCxnSpPr>
        <p:spPr>
          <a:xfrm flipV="1">
            <a:off x="3419475" y="5143500"/>
            <a:ext cx="0" cy="866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A0226B-EB36-1620-C1F0-2614E96C223E}"/>
              </a:ext>
            </a:extLst>
          </p:cNvPr>
          <p:cNvCxnSpPr/>
          <p:nvPr/>
        </p:nvCxnSpPr>
        <p:spPr>
          <a:xfrm flipV="1">
            <a:off x="6383169" y="5142605"/>
            <a:ext cx="0" cy="866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id="{5A0883D2-D37A-6C8C-FEB2-8E642404FD18}"/>
              </a:ext>
            </a:extLst>
          </p:cNvPr>
          <p:cNvSpPr/>
          <p:nvPr/>
        </p:nvSpPr>
        <p:spPr>
          <a:xfrm>
            <a:off x="3106402" y="4739921"/>
            <a:ext cx="622476" cy="41418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oogle Shape;107;p13">
            <a:extLst>
              <a:ext uri="{FF2B5EF4-FFF2-40B4-BE49-F238E27FC236}">
                <a16:creationId xmlns:a16="http://schemas.microsoft.com/office/drawing/2014/main" id="{15126D8C-C556-0523-0109-C49229AF5115}"/>
              </a:ext>
            </a:extLst>
          </p:cNvPr>
          <p:cNvSpPr txBox="1"/>
          <p:nvPr/>
        </p:nvSpPr>
        <p:spPr>
          <a:xfrm>
            <a:off x="3162452" y="4827437"/>
            <a:ext cx="92362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 Virtual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Interface</a:t>
            </a:r>
            <a:endParaRPr dirty="0"/>
          </a:p>
        </p:txBody>
      </p:sp>
      <p:sp>
        <p:nvSpPr>
          <p:cNvPr id="42" name="Flowchart: Process 41">
            <a:extLst>
              <a:ext uri="{FF2B5EF4-FFF2-40B4-BE49-F238E27FC236}">
                <a16:creationId xmlns:a16="http://schemas.microsoft.com/office/drawing/2014/main" id="{59E815AF-416F-2BF6-F5D8-594352023A1A}"/>
              </a:ext>
            </a:extLst>
          </p:cNvPr>
          <p:cNvSpPr/>
          <p:nvPr/>
        </p:nvSpPr>
        <p:spPr>
          <a:xfrm>
            <a:off x="6121064" y="4739921"/>
            <a:ext cx="622476" cy="41418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oogle Shape;107;p13">
            <a:extLst>
              <a:ext uri="{FF2B5EF4-FFF2-40B4-BE49-F238E27FC236}">
                <a16:creationId xmlns:a16="http://schemas.microsoft.com/office/drawing/2014/main" id="{686933DB-AD55-F654-C0E0-830315C1F18D}"/>
              </a:ext>
            </a:extLst>
          </p:cNvPr>
          <p:cNvSpPr txBox="1"/>
          <p:nvPr/>
        </p:nvSpPr>
        <p:spPr>
          <a:xfrm>
            <a:off x="6177114" y="4827437"/>
            <a:ext cx="92362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 Virtual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Interface</a:t>
            </a:r>
            <a:endParaRPr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EBAB087-68AC-7273-1FD4-5D5EC6996934}"/>
              </a:ext>
            </a:extLst>
          </p:cNvPr>
          <p:cNvSpPr/>
          <p:nvPr/>
        </p:nvSpPr>
        <p:spPr>
          <a:xfrm>
            <a:off x="8715543" y="3199304"/>
            <a:ext cx="471041" cy="187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3C7D32F-F01D-DC47-C736-1CDB3BBA55E8}"/>
              </a:ext>
            </a:extLst>
          </p:cNvPr>
          <p:cNvSpPr/>
          <p:nvPr/>
        </p:nvSpPr>
        <p:spPr>
          <a:xfrm>
            <a:off x="8633495" y="3151680"/>
            <a:ext cx="471041" cy="187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5130149-9A90-66C0-372F-40FE5A2012AD}"/>
              </a:ext>
            </a:extLst>
          </p:cNvPr>
          <p:cNvSpPr/>
          <p:nvPr/>
        </p:nvSpPr>
        <p:spPr>
          <a:xfrm>
            <a:off x="8540108" y="3085635"/>
            <a:ext cx="471041" cy="187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Google Shape;107;p13">
            <a:extLst>
              <a:ext uri="{FF2B5EF4-FFF2-40B4-BE49-F238E27FC236}">
                <a16:creationId xmlns:a16="http://schemas.microsoft.com/office/drawing/2014/main" id="{45E57C8E-9EBC-9744-870F-CD89CFC5A51F}"/>
              </a:ext>
            </a:extLst>
          </p:cNvPr>
          <p:cNvSpPr txBox="1"/>
          <p:nvPr/>
        </p:nvSpPr>
        <p:spPr>
          <a:xfrm>
            <a:off x="8514064" y="3114561"/>
            <a:ext cx="9236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800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 Seq Items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        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Urbanist Medium</vt:lpstr>
      <vt:lpstr>Calibri</vt:lpstr>
      <vt:lpstr>Urbanist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Ibrahim Mohamed Mohamed Hanafy 2200769</cp:lastModifiedBy>
  <cp:revision>11</cp:revision>
  <dcterms:modified xsi:type="dcterms:W3CDTF">2026-05-05T23:03:15Z</dcterms:modified>
</cp:coreProperties>
</file>